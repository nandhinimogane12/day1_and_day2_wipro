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8" r:id="rId23"/>
    <p:sldId id="274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A2F45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74320"/>
            <a:ext cx="2743200" cy="2743200"/>
          </a:xfrm>
          <a:prstGeom prst="ellipse">
            <a:avLst/>
          </a:prstGeom>
          <a:solidFill>
            <a:srgbClr val="0077A8">
              <a:alpha val="5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5943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Engagement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5943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5486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Capstone Project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108960"/>
            <a:ext cx="36576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918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By: Nandhini Mogane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74904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7490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ASP.NET Core MVC (.NET 8)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0" y="3749040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37490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4096512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09651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 Core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4096512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409651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4443984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0" y="4443984"/>
            <a:ext cx="2377440" cy="274320"/>
          </a:xfrm>
          <a:prstGeom prst="roundRect">
            <a:avLst>
              <a:gd name="adj" fmla="val 16667"/>
            </a:avLst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Swagger</a:t>
            </a:r>
            <a:endParaRPr lang="en-US" sz="900" dirty="0"/>
          </a:p>
        </p:txBody>
      </p:sp>
      <p:sp>
        <p:nvSpPr>
          <p:cNvPr id="22" name="Text Box 21"/>
          <p:cNvSpPr txBox="1"/>
          <p:nvPr/>
        </p:nvSpPr>
        <p:spPr>
          <a:xfrm>
            <a:off x="6757670" y="424688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93192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393192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60020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72768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customer information centrally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16712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39696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service requests &amp; tickets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706624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support team efficiency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30098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73552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REST APIs from unauthorized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6791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840480"/>
            <a:ext cx="3200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future cloud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005840"/>
            <a:ext cx="4297680" cy="3474720"/>
          </a:xfrm>
          <a:prstGeom prst="rect">
            <a:avLst/>
          </a:prstGeom>
          <a:solidFill>
            <a:srgbClr val="0077A8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100584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0" y="1463040"/>
            <a:ext cx="4297680" cy="2743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00200"/>
            <a:ext cx="4114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Engagement Platform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0" y="2286000"/>
            <a:ext cx="2194560" cy="2194560"/>
          </a:xfrm>
          <a:prstGeom prst="ellipse">
            <a:avLst/>
          </a:prstGeom>
          <a:solidFill>
            <a:srgbClr val="0D1B2A">
              <a:alpha val="60000"/>
            </a:srgbClr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1281" y="2664199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91281" y="3828041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27439" y="3828041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27439" y="2664199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09360" y="3154680"/>
            <a:ext cx="822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CEP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0624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5156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9601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Management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2618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view, edit &amp; delete customer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914400"/>
            <a:ext cx="420624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91440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96012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26187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CRUD for service ticket operations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874520"/>
            <a:ext cx="420624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874520"/>
            <a:ext cx="54864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1168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19202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API Development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222199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Well-documented APIs via Swagger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874520"/>
            <a:ext cx="420624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874520"/>
            <a:ext cx="54864" cy="7772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1168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192024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22199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token-based login system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834640"/>
            <a:ext cx="420624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834640"/>
            <a:ext cx="54864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9718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28803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Authorization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318211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&amp; Support Executive roles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834640"/>
            <a:ext cx="420624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83464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9718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2880360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182112"/>
            <a:ext cx="3474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 with EF Core &amp; ADO.NET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3657600"/>
            <a:ext cx="45720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0" y="3657600"/>
            <a:ext cx="54864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79476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43200" y="3703320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DevOps Readiness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0" y="4005072"/>
            <a:ext cx="3931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containerization &amp; CI/CD pipeline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8229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00200" cy="39319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160020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14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" y="162763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Razor Views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" y="235915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0428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/ CSS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3090672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3580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AJAX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65960" y="914400"/>
            <a:ext cx="1600200" cy="3931920"/>
          </a:xfrm>
          <a:prstGeom prst="rect">
            <a:avLst/>
          </a:prstGeom>
          <a:solidFill>
            <a:srgbClr val="0D1B2A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65960" y="914400"/>
            <a:ext cx="1600200" cy="502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914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75688" y="1627632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157276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ASP.NET Core MVC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075688" y="2359152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40280" y="230428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C# Language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75688" y="3090672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303580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 Controllers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49040" y="914400"/>
            <a:ext cx="1600200" cy="3931920"/>
          </a:xfrm>
          <a:prstGeom prst="rect">
            <a:avLst/>
          </a:prstGeom>
          <a:solidFill>
            <a:srgbClr val="0D1B2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914400"/>
            <a:ext cx="1600200" cy="502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914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58768" y="162763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157276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58768" y="235915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230428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 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58768" y="3090672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0" y="303580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ADO.NET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914400"/>
            <a:ext cx="1600200" cy="3931920"/>
          </a:xfrm>
          <a:prstGeom prst="rect">
            <a:avLst/>
          </a:prstGeom>
          <a:solidFill>
            <a:srgbClr val="0D1B2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32120" y="914400"/>
            <a:ext cx="1600200" cy="502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914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41848" y="1627632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157276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Authentication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41848" y="2359152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230428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Auth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41848" y="3090672"/>
            <a:ext cx="109728" cy="109728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03580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 Hashing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15200" y="914400"/>
            <a:ext cx="1600200" cy="3931920"/>
          </a:xfrm>
          <a:prstGeom prst="rect">
            <a:avLst/>
          </a:prstGeom>
          <a:solidFill>
            <a:srgbClr val="0D1B2A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315200" y="914400"/>
            <a:ext cx="1600200" cy="5029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914400"/>
            <a:ext cx="1600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DevOps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24928" y="1627632"/>
            <a:ext cx="109728" cy="109728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157276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Container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24928" y="2359152"/>
            <a:ext cx="109728" cy="109728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230428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Actions CI/CD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24928" y="3090672"/>
            <a:ext cx="109728" cy="109728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035808"/>
            <a:ext cx="1234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Azure App Service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5" name="Image 0" descr="/home/claude/arch_diagram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Flow Diagram (DFD)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46304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645920"/>
            <a:ext cx="1463040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645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 / Support Exec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37360" y="2148840"/>
            <a:ext cx="25603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20299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1645920"/>
            <a:ext cx="146304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645920"/>
            <a:ext cx="1463040" cy="2743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645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MVC View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93392" y="196596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Razor / HTML / AJAX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56432" y="2148840"/>
            <a:ext cx="25603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0299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12464" y="1645920"/>
            <a:ext cx="146304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645920"/>
            <a:ext cx="1463040" cy="2743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1645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12464" y="196596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Handling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75504" y="2148840"/>
            <a:ext cx="25603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76672" y="20299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31536" y="1645920"/>
            <a:ext cx="146304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645920"/>
            <a:ext cx="1463040" cy="2743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31536" y="1645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31536" y="196596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94576" y="2148840"/>
            <a:ext cx="256032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2996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50608" y="1645920"/>
            <a:ext cx="1463040" cy="1097280"/>
          </a:xfrm>
          <a:prstGeom prst="rect">
            <a:avLst/>
          </a:prstGeom>
          <a:solidFill>
            <a:srgbClr val="0D1B2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1645920"/>
            <a:ext cx="1463040" cy="274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608" y="1645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50608" y="196596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108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Smooth, layered communication between UI and Database through clean separation of concerns.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8229600" cy="4572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Response flows back to user after DB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Relationship Diagram</a:t>
            </a:r>
            <a:endParaRPr lang="en-US" sz="2600" dirty="0"/>
          </a:p>
        </p:txBody>
      </p:sp>
      <p:pic>
        <p:nvPicPr>
          <p:cNvPr id="5" name="Image 0" descr="/home/claude/er_diagram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06240" cy="182880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20624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CustomerId (PK)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12264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359152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914400"/>
            <a:ext cx="4206240" cy="1828800"/>
          </a:xfrm>
          <a:prstGeom prst="rect">
            <a:avLst/>
          </a:prstGeom>
          <a:solidFill>
            <a:srgbClr val="0D1B2A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914400"/>
            <a:ext cx="4206240" cy="4114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1440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37160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TicketId (PK)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161848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186537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Description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2112264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83480" y="2359152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🔗 CustomerId (FK)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60604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CreatedDate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4206240" cy="1828800"/>
          </a:xfrm>
          <a:prstGeom prst="rect">
            <a:avLst/>
          </a:prstGeom>
          <a:solidFill>
            <a:srgbClr val="0D1B2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926080"/>
            <a:ext cx="4206240" cy="4114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92608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38328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Id (PK)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63016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Username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87705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 (Hashed)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123944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926080"/>
            <a:ext cx="4206240" cy="1828800"/>
          </a:xfrm>
          <a:prstGeom prst="rect">
            <a:avLst/>
          </a:prstGeom>
          <a:solidFill>
            <a:srgbClr val="0D1B2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926080"/>
            <a:ext cx="4206240" cy="4114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92608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DeletedTicketsLog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83480" y="338328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LogId (PK)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363016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TicketId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83480" y="387705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Title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83480" y="4123944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DeletedDate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Management Module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1645920"/>
          </a:xfrm>
          <a:prstGeom prst="rect">
            <a:avLst/>
          </a:prstGeom>
          <a:solidFill>
            <a:srgbClr val="1A2F4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Customer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new customer with name, email, phone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1645920"/>
          </a:xfrm>
          <a:prstGeom prst="rect">
            <a:avLst/>
          </a:prstGeom>
          <a:solidFill>
            <a:srgbClr val="1A2F45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14400"/>
            <a:ext cx="64008" cy="16459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0058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4173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 all customers with search &amp; filter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023360" cy="1645920"/>
          </a:xfrm>
          <a:prstGeom prst="rect">
            <a:avLst/>
          </a:prstGeom>
          <a:solidFill>
            <a:srgbClr val="1A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43200"/>
            <a:ext cx="64008" cy="1645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✏️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834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Customer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customer details in real-time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4023360" cy="1645920"/>
          </a:xfrm>
          <a:prstGeom prst="rect">
            <a:avLst/>
          </a:prstGeom>
          <a:solidFill>
            <a:srgbClr val="1A2F45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743200"/>
            <a:ext cx="64008" cy="1645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889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2834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Customer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2461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customer &amp; associated data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Benefit: Centralized customer data management for efficient business operations.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Management Module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02336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🎫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0058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Ticket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Raise a new support ticket for a customer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914400"/>
            <a:ext cx="402336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914400"/>
            <a:ext cx="64008" cy="16459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01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0058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Ticket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4173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all tickets with status indicators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43200"/>
            <a:ext cx="402336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43200"/>
            <a:ext cx="64008" cy="16459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889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834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Ticket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ticket status: Open / In-Progress / Closed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4023360" cy="1645920"/>
          </a:xfrm>
          <a:prstGeom prst="rect">
            <a:avLst/>
          </a:prstGeom>
          <a:solidFill>
            <a:srgbClr val="0D1B2A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743200"/>
            <a:ext cx="64008" cy="16459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78892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🗑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2834640"/>
            <a:ext cx="3108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Ticket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246120"/>
            <a:ext cx="3108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ticket; trigger logs to audit table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Benefit: Efficiently tracks and manages all customer service requests in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 to Database Connectivity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474720" cy="594360"/>
          </a:xfrm>
          <a:prstGeom prst="rect">
            <a:avLst/>
          </a:prstGeom>
          <a:solidFill>
            <a:srgbClr val="1A2F45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54864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6012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Razor View (UI)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50876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474720" cy="594360"/>
          </a:xfrm>
          <a:prstGeom prst="rect">
            <a:avLst/>
          </a:prstGeom>
          <a:solidFill>
            <a:srgbClr val="1A2F45"/>
          </a:solidFill>
          <a:ln w="25400">
            <a:solidFill>
              <a:srgbClr val="48C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91640"/>
            <a:ext cx="54864" cy="59436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28600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3474720" cy="594360"/>
          </a:xfrm>
          <a:prstGeom prst="rect">
            <a:avLst/>
          </a:prstGeom>
          <a:solidFill>
            <a:srgbClr val="1A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68880"/>
            <a:ext cx="54864" cy="5943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1460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Interface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306324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3474720" cy="594360"/>
          </a:xfrm>
          <a:prstGeom prst="rect">
            <a:avLst/>
          </a:prstGeom>
          <a:solidFill>
            <a:srgbClr val="1A2F45"/>
          </a:solidFill>
          <a:ln w="254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46120"/>
            <a:ext cx="54864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9184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 Core / ADO.NET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840480"/>
            <a:ext cx="36576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23360"/>
            <a:ext cx="3474720" cy="594360"/>
          </a:xfrm>
          <a:prstGeom prst="rect">
            <a:avLst/>
          </a:prstGeom>
          <a:solidFill>
            <a:srgbClr val="1A2F45"/>
          </a:solidFill>
          <a:ln w="25400">
            <a:solidFill>
              <a:srgbClr val="EF47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23360"/>
            <a:ext cx="54864" cy="594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6908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960120"/>
            <a:ext cx="4297680" cy="118872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960120"/>
            <a:ext cx="54864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0584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100584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Layered Architecture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137160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Separates UI, business logic, and data access layers clearly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331720"/>
            <a:ext cx="4297680" cy="118872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331720"/>
            <a:ext cx="54864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237744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9200" y="237744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Loose Coupling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274320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 interact through interfaces, not concrete classes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703320"/>
            <a:ext cx="4297680" cy="118872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0" y="3703320"/>
            <a:ext cx="54864" cy="1188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74904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029200" y="3749040"/>
            <a:ext cx="3657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Injection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 injected via constructor, making testing easy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&amp; Authorization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Authentication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54864" cy="5303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0759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Login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3619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sends credentials (username + password)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865376"/>
            <a:ext cx="41148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865376"/>
            <a:ext cx="54864" cy="5303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92808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Validate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121408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verifies credentials against DB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41148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450592"/>
            <a:ext cx="54864" cy="5303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478024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Generate Token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706624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Server generates signed JWT token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41148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035808"/>
            <a:ext cx="54864" cy="5303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6324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Return Token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sent back to the client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621024"/>
            <a:ext cx="41148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621024"/>
            <a:ext cx="54864" cy="5303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4845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Authorize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77056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sends token in Authorization header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4206240"/>
            <a:ext cx="41148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206240"/>
            <a:ext cx="54864" cy="5303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3367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Access APIs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62272"/>
            <a:ext cx="3749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Protected endpoints validate &amp; allow access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Authorization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1325880"/>
            <a:ext cx="41148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Admin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1737360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Full Customer CRUD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203911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Full Ticket CRUD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37760" y="234086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Access Swagger APIs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642616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Delete Operations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3246120"/>
            <a:ext cx="4114800" cy="1737360"/>
          </a:xfrm>
          <a:prstGeom prst="rect">
            <a:avLst/>
          </a:prstGeom>
          <a:solidFill>
            <a:srgbClr val="0D1B2A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246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 Support Executive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937760" y="3657600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View Customers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37760" y="3959352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Create &amp; Update Tickets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37760" y="4261104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Cannot Delete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4562856"/>
            <a:ext cx="37490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Limited API Access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Documentation (Swagger)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320040"/>
          </a:xfrm>
          <a:prstGeom prst="rect">
            <a:avLst/>
          </a:prstGeom>
          <a:solidFill>
            <a:srgbClr val="EF476F">
              <a:alpha val="8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05256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216152"/>
            <a:ext cx="685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16152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252728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/api/auth/login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0" y="125272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JWT Token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36776"/>
            <a:ext cx="8595360" cy="320040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73352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68580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84248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2020824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/api/customers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12080" y="2020824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all customers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13432"/>
            <a:ext cx="685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313432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2350008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/api/customers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235000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customer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642616"/>
            <a:ext cx="685800" cy="2926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64261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05840" y="267919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/api/customers/{id}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0" y="267919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customer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685800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971800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" y="3008376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/api/customers/{id}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3008376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customer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392424"/>
            <a:ext cx="8595360" cy="320040"/>
          </a:xfrm>
          <a:prstGeom prst="rect">
            <a:avLst/>
          </a:prstGeom>
          <a:solidFill>
            <a:srgbClr val="FFB703">
              <a:alpha val="8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2900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Ticket API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3739896"/>
            <a:ext cx="68580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3739896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" y="3776472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/api/tickets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212080" y="3776472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all tickets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069080"/>
            <a:ext cx="68580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069080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" y="4105656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/api/tickets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212080" y="4105656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ticket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398264"/>
            <a:ext cx="685800" cy="2926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398264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5840" y="4434840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/api/tickets/{id}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212080" y="4434840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ticket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727448"/>
            <a:ext cx="685800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727448"/>
            <a:ext cx="685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4764024"/>
            <a:ext cx="4114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/api/tickets/{id}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212080" y="4764024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ticket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Walkthrough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914400"/>
            <a:ext cx="731520" cy="7315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00200" y="1234440"/>
            <a:ext cx="548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11556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" y="233172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Customer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" y="2743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Fill in customer form → submit → stored in Customers table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9736" y="914400"/>
            <a:ext cx="731520" cy="7315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914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374136" y="1234440"/>
            <a:ext cx="548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11556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59736" y="182880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🎫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65376" y="233172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Raise Ticket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65376" y="2743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 ticket to customer → set title &amp; description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33672" y="914400"/>
            <a:ext cx="731520" cy="7315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3672" y="914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148072" y="1234440"/>
            <a:ext cx="548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11556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33672" y="182880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639312" y="233172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in Database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39312" y="2743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 Core / ADO.NET persists records to SQL Server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007608" y="914400"/>
            <a:ext cx="731520" cy="7315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07608" y="914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922008" y="1234440"/>
            <a:ext cx="54864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33488" y="1115568"/>
            <a:ext cx="228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07608" y="182880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13248" y="233172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13248" y="2743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queries DB → returns typed objects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81544" y="914400"/>
            <a:ext cx="731520" cy="7315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81544" y="9144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781544" y="1828800"/>
            <a:ext cx="731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🖥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187184" y="2331720"/>
            <a:ext cx="1737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in MVC UI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87184" y="2743200"/>
            <a:ext cx="1737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 passes model to Razor View → renders HTML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3749040"/>
            <a:ext cx="8595360" cy="4572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840480"/>
            <a:ext cx="8595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77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flow from UI interaction to database persistence and back — all in real-time.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Trigger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75488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70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SQL Trigger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572000" cy="2377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TRIGGER trg_TicketDelete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 Tickets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AFTER DELETE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BEGIN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INSERT INTO DeletedTicketsLog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(TicketId, Title, DeletedDate)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d.TicketId,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d.Title,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GETDATE()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FROM deleted 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F0F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914400"/>
            <a:ext cx="365760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914400"/>
            <a:ext cx="54864" cy="7498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96012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06440" y="96012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Ticket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25272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triggers DELETE from UI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0" y="1691640"/>
            <a:ext cx="274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783080"/>
            <a:ext cx="365760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783080"/>
            <a:ext cx="54864" cy="7498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182880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06440" y="182880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 Fires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212140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trg_TicketDelete executes automatically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49440" y="2560320"/>
            <a:ext cx="274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2651760"/>
            <a:ext cx="365760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2651760"/>
            <a:ext cx="54864" cy="7498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69748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06440" y="269748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Updated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06440" y="299008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DeletedTicketsLog records the event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49440" y="3429000"/>
            <a:ext cx="27432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520440"/>
            <a:ext cx="3657600" cy="749808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3520440"/>
            <a:ext cx="54864" cy="7498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566160"/>
            <a:ext cx="365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06440" y="3566160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Audit Complete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06440" y="385876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preserved for compliance &amp; review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SOLID Principles &amp; Design Patterns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777240" cy="7772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34440" y="960120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Responsibility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32588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 handles requests, Repository handles data access. Each class has one job.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85953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94560"/>
            <a:ext cx="777240" cy="7772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9456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2194560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Open/Closed Principle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56032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Repositories can be extended with new implementations without modifying existing controllers.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383280"/>
            <a:ext cx="859536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429000"/>
            <a:ext cx="777240" cy="7772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42900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34440" y="3429000"/>
            <a:ext cx="7315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Inversion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79476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CA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Controllers depend on ICustomerRepository interface, not concrete CustomerRepository class.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4617720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Patterns Used: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51760" y="46177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46177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Repository Pattern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46177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46177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Dependency Injection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58000" y="4617720"/>
            <a:ext cx="1920240" cy="320040"/>
          </a:xfrm>
          <a:prstGeom prst="roundRect">
            <a:avLst>
              <a:gd name="adj" fmla="val 14286"/>
            </a:avLst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46177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MVC Pattern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10 Concepts &amp; Best Practices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8869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886968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886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6916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ASP.NET Core MVC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47672" y="8869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0008" y="886968"/>
            <a:ext cx="777240" cy="777240"/>
          </a:xfrm>
          <a:prstGeom prst="ellipse">
            <a:avLst/>
          </a:prstGeom>
          <a:solidFill>
            <a:srgbClr val="48CAE4">
              <a:alpha val="2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0008" y="886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47672" y="16916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Entity Framework Core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12464" y="8869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886968"/>
            <a:ext cx="777240" cy="77724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886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12464" y="16916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ADO.NET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77256" y="8869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79592" y="886968"/>
            <a:ext cx="777240" cy="777240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886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77256" y="16916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Server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42048" y="8869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886968"/>
            <a:ext cx="777240" cy="777240"/>
          </a:xfrm>
          <a:prstGeom prst="ellipse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4384" y="8869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42048" y="16916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Pattern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2880" y="18013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" y="1801368"/>
            <a:ext cx="777240" cy="77724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" y="18013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2880" y="26060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Dependency Injection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947672" y="18013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0008" y="1801368"/>
            <a:ext cx="777240" cy="777240"/>
          </a:xfrm>
          <a:prstGeom prst="ellipse">
            <a:avLst/>
          </a:prstGeom>
          <a:solidFill>
            <a:srgbClr val="48CAE4">
              <a:alpha val="2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0008" y="18013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947672" y="26060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Authentication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12464" y="18013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0" y="1801368"/>
            <a:ext cx="777240" cy="777240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0" y="18013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712464" y="26060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Role-Based Authorization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77256" y="18013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79592" y="1801368"/>
            <a:ext cx="777240" cy="777240"/>
          </a:xfrm>
          <a:prstGeom prst="ellipse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9592" y="18013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477256" y="26060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Swagger API Docs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242048" y="1801368"/>
            <a:ext cx="1600200" cy="777240"/>
          </a:xfrm>
          <a:prstGeom prst="rect">
            <a:avLst/>
          </a:prstGeom>
          <a:solidFill>
            <a:srgbClr val="1A2F45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44384" y="1801368"/>
            <a:ext cx="777240" cy="777240"/>
          </a:xfrm>
          <a:prstGeom prst="ellipse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44384" y="1801368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76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242048" y="2606040"/>
            <a:ext cx="1600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Trigger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2834640"/>
            <a:ext cx="2743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Best Practices: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74320" y="3246120"/>
            <a:ext cx="2743200" cy="566928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324612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2918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Layered Architecture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0" y="3246120"/>
            <a:ext cx="2743200" cy="566928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324612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64992" y="32918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Repository Pattern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26480" y="3246120"/>
            <a:ext cx="2743200" cy="566928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324612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32918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Dependency Injection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3931920"/>
            <a:ext cx="2743200" cy="566928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4320" y="393192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8912" y="39776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JWT Security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0" y="3931920"/>
            <a:ext cx="2743200" cy="566928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393192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64992" y="39776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API Documentation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126480" y="3931920"/>
            <a:ext cx="2743200" cy="566928"/>
          </a:xfrm>
          <a:prstGeom prst="rect">
            <a:avLst/>
          </a:prstGeom>
          <a:solidFill>
            <a:srgbClr val="1A2F45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26480" y="3931920"/>
            <a:ext cx="54864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91072" y="397764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Database Normalization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4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77A8">
              <a:alpha val="30000"/>
            </a:srgbClr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3045E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"/>
            <a:ext cx="4114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4023360" cy="438912"/>
          </a:xfrm>
          <a:prstGeom prst="rect">
            <a:avLst/>
          </a:prstGeom>
          <a:solidFill>
            <a:srgbClr val="1A2F45">
              <a:alpha val="80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5895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ASP.NET Identity Login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4023360" cy="438912"/>
          </a:xfrm>
          <a:prstGeom prst="rect">
            <a:avLst/>
          </a:prstGeom>
          <a:solidFill>
            <a:srgbClr val="1A2F45">
              <a:alpha val="80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Email Notifications for Tickets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023360" cy="438912"/>
          </a:xfrm>
          <a:prstGeom prst="rect">
            <a:avLst/>
          </a:prstGeom>
          <a:solidFill>
            <a:srgbClr val="1A2F45">
              <a:alpha val="80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6479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AI Ticket Summarization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023360" cy="438912"/>
          </a:xfrm>
          <a:prstGeom prst="rect">
            <a:avLst/>
          </a:prstGeom>
          <a:solidFill>
            <a:srgbClr val="1A2F45">
              <a:alpha val="80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Analytics Dashboard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023360" cy="438912"/>
          </a:xfrm>
          <a:prstGeom prst="rect">
            <a:avLst/>
          </a:prstGeom>
          <a:solidFill>
            <a:srgbClr val="1A2F45">
              <a:alpha val="80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7063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Full Azure Deployment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46120"/>
            <a:ext cx="4023360" cy="438912"/>
          </a:xfrm>
          <a:prstGeom prst="rect">
            <a:avLst/>
          </a:prstGeom>
          <a:solidFill>
            <a:srgbClr val="1A2F45">
              <a:alpha val="80000"/>
            </a:srgbClr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F0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Microservices Architecture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37160"/>
            <a:ext cx="4114800" cy="4572000"/>
          </a:xfrm>
          <a:prstGeom prst="rect">
            <a:avLst/>
          </a:prstGeom>
          <a:solidFill>
            <a:srgbClr val="1A2F45">
              <a:alpha val="7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8288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846320" y="658368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777240"/>
            <a:ext cx="3840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developed a 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and scalable platform.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50876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Customer Management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1911096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Ticket Management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313432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JWT Security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271576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REST APIs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118104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SQL Server 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52044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Docker 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922776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CI/CD Readiness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343400"/>
            <a:ext cx="41148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443484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— Questions &amp; Answers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231140"/>
            <a:ext cx="4291330" cy="241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315" y="231140"/>
            <a:ext cx="4068445" cy="2340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" y="2855595"/>
            <a:ext cx="4290695" cy="21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355" y="2847975"/>
            <a:ext cx="4151630" cy="2059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0" y="111125"/>
            <a:ext cx="3892550" cy="2175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405" y="111125"/>
            <a:ext cx="4233545" cy="218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2626360"/>
            <a:ext cx="3888105" cy="2334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405" y="2626360"/>
            <a:ext cx="4220210" cy="2374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08100" y="1545590"/>
            <a:ext cx="7059930" cy="189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9600" b="1" i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GB" altLang="en-US" sz="9600" b="1" i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5655</Words>
  <Application>WPS Presentation</Application>
  <PresentationFormat>On-screen Show (16:9)</PresentationFormat>
  <Paragraphs>647</Paragraphs>
  <Slides>21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Engagement Platform</dc:title>
  <dc:creator>Nandhini Mogane</dc:creator>
  <dc:subject>PptxGenJS Presentation</dc:subject>
  <cp:lastModifiedBy>Nandhini Mogane</cp:lastModifiedBy>
  <cp:revision>5</cp:revision>
  <dcterms:created xsi:type="dcterms:W3CDTF">2026-06-05T07:27:00Z</dcterms:created>
  <dcterms:modified xsi:type="dcterms:W3CDTF">2026-06-05T08:32:49Z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196468F9C7E540A5AAB1D629BD46E836_13</vt:lpwstr>
  </property>
</Properties>
</file>